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2" r:id="rId6"/>
    <p:sldId id="263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DAD6FDC-A171-4C16-8276-8DAC79CA26EB}">
          <p14:sldIdLst>
            <p14:sldId id="256"/>
            <p14:sldId id="257"/>
          </p14:sldIdLst>
        </p14:section>
        <p14:section name="Untitled Section" id="{3E1B8B8B-EDBB-4889-8561-2411134989D1}">
          <p14:sldIdLst>
            <p14:sldId id="258"/>
            <p14:sldId id="259"/>
            <p14:sldId id="262"/>
            <p14:sldId id="263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CFD18F-C2E3-427A-BF93-EE20C6008C1F}" v="25" dt="2024-07-09T17:27:56.8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neha Sanap" userId="f03249d2c9435041" providerId="LiveId" clId="{F8CFD18F-C2E3-427A-BF93-EE20C6008C1F}"/>
    <pc:docChg chg="undo custSel addSld delSld modSld sldOrd modSection">
      <pc:chgData name="Sneha Sanap" userId="f03249d2c9435041" providerId="LiveId" clId="{F8CFD18F-C2E3-427A-BF93-EE20C6008C1F}" dt="2024-07-21T07:38:25.733" v="2728" actId="478"/>
      <pc:docMkLst>
        <pc:docMk/>
      </pc:docMkLst>
      <pc:sldChg chg="modSp mod">
        <pc:chgData name="Sneha Sanap" userId="f03249d2c9435041" providerId="LiveId" clId="{F8CFD18F-C2E3-427A-BF93-EE20C6008C1F}" dt="2024-07-14T17:19:19.650" v="2717" actId="255"/>
        <pc:sldMkLst>
          <pc:docMk/>
          <pc:sldMk cId="1829186636" sldId="256"/>
        </pc:sldMkLst>
        <pc:spChg chg="mod">
          <ac:chgData name="Sneha Sanap" userId="f03249d2c9435041" providerId="LiveId" clId="{F8CFD18F-C2E3-427A-BF93-EE20C6008C1F}" dt="2024-07-14T17:19:08.254" v="2715" actId="113"/>
          <ac:spMkLst>
            <pc:docMk/>
            <pc:sldMk cId="1829186636" sldId="256"/>
            <ac:spMk id="3" creationId="{7DB9E79F-DF5F-AA6E-A9BB-7DDE409B6B4D}"/>
          </ac:spMkLst>
        </pc:spChg>
        <pc:spChg chg="mod">
          <ac:chgData name="Sneha Sanap" userId="f03249d2c9435041" providerId="LiveId" clId="{F8CFD18F-C2E3-427A-BF93-EE20C6008C1F}" dt="2024-07-14T17:19:19.650" v="2717" actId="255"/>
          <ac:spMkLst>
            <pc:docMk/>
            <pc:sldMk cId="1829186636" sldId="256"/>
            <ac:spMk id="4" creationId="{F1F2CB1B-7F56-ACA8-7FF2-66F3E04F72D8}"/>
          </ac:spMkLst>
        </pc:spChg>
      </pc:sldChg>
      <pc:sldChg chg="modSp mod">
        <pc:chgData name="Sneha Sanap" userId="f03249d2c9435041" providerId="LiveId" clId="{F8CFD18F-C2E3-427A-BF93-EE20C6008C1F}" dt="2024-07-09T14:45:34.004" v="1164" actId="20577"/>
        <pc:sldMkLst>
          <pc:docMk/>
          <pc:sldMk cId="2193072339" sldId="257"/>
        </pc:sldMkLst>
        <pc:spChg chg="mod">
          <ac:chgData name="Sneha Sanap" userId="f03249d2c9435041" providerId="LiveId" clId="{F8CFD18F-C2E3-427A-BF93-EE20C6008C1F}" dt="2024-07-09T14:45:34.004" v="1164" actId="20577"/>
          <ac:spMkLst>
            <pc:docMk/>
            <pc:sldMk cId="2193072339" sldId="257"/>
            <ac:spMk id="7" creationId="{BE08A3EA-E3DA-48A9-B386-09C0F8F31811}"/>
          </ac:spMkLst>
        </pc:spChg>
      </pc:sldChg>
      <pc:sldChg chg="modSp mod ord">
        <pc:chgData name="Sneha Sanap" userId="f03249d2c9435041" providerId="LiveId" clId="{F8CFD18F-C2E3-427A-BF93-EE20C6008C1F}" dt="2024-07-14T17:19:26.447" v="2719"/>
        <pc:sldMkLst>
          <pc:docMk/>
          <pc:sldMk cId="1782625270" sldId="258"/>
        </pc:sldMkLst>
        <pc:spChg chg="mod">
          <ac:chgData name="Sneha Sanap" userId="f03249d2c9435041" providerId="LiveId" clId="{F8CFD18F-C2E3-427A-BF93-EE20C6008C1F}" dt="2024-07-09T13:49:18.571" v="104" actId="113"/>
          <ac:spMkLst>
            <pc:docMk/>
            <pc:sldMk cId="1782625270" sldId="258"/>
            <ac:spMk id="5" creationId="{EDACADA0-3BEF-1EE3-F82F-2D1D3C085C10}"/>
          </ac:spMkLst>
        </pc:spChg>
      </pc:sldChg>
      <pc:sldChg chg="modSp mod">
        <pc:chgData name="Sneha Sanap" userId="f03249d2c9435041" providerId="LiveId" clId="{F8CFD18F-C2E3-427A-BF93-EE20C6008C1F}" dt="2024-07-09T15:03:23.721" v="2218" actId="20577"/>
        <pc:sldMkLst>
          <pc:docMk/>
          <pc:sldMk cId="2776927110" sldId="259"/>
        </pc:sldMkLst>
        <pc:spChg chg="mod">
          <ac:chgData name="Sneha Sanap" userId="f03249d2c9435041" providerId="LiveId" clId="{F8CFD18F-C2E3-427A-BF93-EE20C6008C1F}" dt="2024-07-09T13:55:54.436" v="519" actId="14100"/>
          <ac:spMkLst>
            <pc:docMk/>
            <pc:sldMk cId="2776927110" sldId="259"/>
            <ac:spMk id="2" creationId="{E3B829E0-9FE1-0FD6-9218-25F99FBF8138}"/>
          </ac:spMkLst>
        </pc:spChg>
        <pc:spChg chg="mod">
          <ac:chgData name="Sneha Sanap" userId="f03249d2c9435041" providerId="LiveId" clId="{F8CFD18F-C2E3-427A-BF93-EE20C6008C1F}" dt="2024-07-09T15:03:23.721" v="2218" actId="20577"/>
          <ac:spMkLst>
            <pc:docMk/>
            <pc:sldMk cId="2776927110" sldId="259"/>
            <ac:spMk id="3" creationId="{7672ACA1-5360-BB7D-03D7-8C61E91153F4}"/>
          </ac:spMkLst>
        </pc:spChg>
      </pc:sldChg>
      <pc:sldChg chg="new del">
        <pc:chgData name="Sneha Sanap" userId="f03249d2c9435041" providerId="LiveId" clId="{F8CFD18F-C2E3-427A-BF93-EE20C6008C1F}" dt="2024-07-09T14:21:00.517" v="1084" actId="2696"/>
        <pc:sldMkLst>
          <pc:docMk/>
          <pc:sldMk cId="176879590" sldId="260"/>
        </pc:sldMkLst>
      </pc:sldChg>
      <pc:sldChg chg="new del">
        <pc:chgData name="Sneha Sanap" userId="f03249d2c9435041" providerId="LiveId" clId="{F8CFD18F-C2E3-427A-BF93-EE20C6008C1F}" dt="2024-07-09T14:29:55.981" v="1130" actId="2696"/>
        <pc:sldMkLst>
          <pc:docMk/>
          <pc:sldMk cId="4024421178" sldId="261"/>
        </pc:sldMkLst>
      </pc:sldChg>
      <pc:sldChg chg="modSp new mod">
        <pc:chgData name="Sneha Sanap" userId="f03249d2c9435041" providerId="LiveId" clId="{F8CFD18F-C2E3-427A-BF93-EE20C6008C1F}" dt="2024-07-09T14:20:49.520" v="1083" actId="14100"/>
        <pc:sldMkLst>
          <pc:docMk/>
          <pc:sldMk cId="1205334245" sldId="262"/>
        </pc:sldMkLst>
        <pc:spChg chg="mod">
          <ac:chgData name="Sneha Sanap" userId="f03249d2c9435041" providerId="LiveId" clId="{F8CFD18F-C2E3-427A-BF93-EE20C6008C1F}" dt="2024-07-09T14:20:49.520" v="1083" actId="14100"/>
          <ac:spMkLst>
            <pc:docMk/>
            <pc:sldMk cId="1205334245" sldId="262"/>
            <ac:spMk id="2" creationId="{C82EA108-07D8-B9E0-8F5F-D9AFE8EE008A}"/>
          </ac:spMkLst>
        </pc:spChg>
        <pc:spChg chg="mod">
          <ac:chgData name="Sneha Sanap" userId="f03249d2c9435041" providerId="LiveId" clId="{F8CFD18F-C2E3-427A-BF93-EE20C6008C1F}" dt="2024-07-09T14:19:05.511" v="988" actId="12"/>
          <ac:spMkLst>
            <pc:docMk/>
            <pc:sldMk cId="1205334245" sldId="262"/>
            <ac:spMk id="3" creationId="{4AEAF1DC-8568-34AD-9E2D-E02A3CE7ADC4}"/>
          </ac:spMkLst>
        </pc:spChg>
        <pc:spChg chg="mod">
          <ac:chgData name="Sneha Sanap" userId="f03249d2c9435041" providerId="LiveId" clId="{F8CFD18F-C2E3-427A-BF93-EE20C6008C1F}" dt="2024-07-09T14:20:34.110" v="1081" actId="255"/>
          <ac:spMkLst>
            <pc:docMk/>
            <pc:sldMk cId="1205334245" sldId="262"/>
            <ac:spMk id="4" creationId="{092DC533-21F5-C413-E066-FD972DB08AAE}"/>
          </ac:spMkLst>
        </pc:spChg>
      </pc:sldChg>
      <pc:sldChg chg="addSp modSp new mod">
        <pc:chgData name="Sneha Sanap" userId="f03249d2c9435041" providerId="LiveId" clId="{F8CFD18F-C2E3-427A-BF93-EE20C6008C1F}" dt="2024-07-14T17:22:27.980" v="2721" actId="14100"/>
        <pc:sldMkLst>
          <pc:docMk/>
          <pc:sldMk cId="450908878" sldId="263"/>
        </pc:sldMkLst>
        <pc:spChg chg="mod">
          <ac:chgData name="Sneha Sanap" userId="f03249d2c9435041" providerId="LiveId" clId="{F8CFD18F-C2E3-427A-BF93-EE20C6008C1F}" dt="2024-07-09T14:30:13.410" v="1147" actId="113"/>
          <ac:spMkLst>
            <pc:docMk/>
            <pc:sldMk cId="450908878" sldId="263"/>
            <ac:spMk id="2" creationId="{61CFD940-208D-8C46-B7BD-C7E4EAECF6AF}"/>
          </ac:spMkLst>
        </pc:spChg>
        <pc:picChg chg="add mod modCrop">
          <ac:chgData name="Sneha Sanap" userId="f03249d2c9435041" providerId="LiveId" clId="{F8CFD18F-C2E3-427A-BF93-EE20C6008C1F}" dt="2024-07-14T17:22:27.980" v="2721" actId="14100"/>
          <ac:picMkLst>
            <pc:docMk/>
            <pc:sldMk cId="450908878" sldId="263"/>
            <ac:picMk id="4" creationId="{000D1CF2-8F73-70F4-9CA6-A0C3717DC973}"/>
          </ac:picMkLst>
        </pc:picChg>
      </pc:sldChg>
      <pc:sldChg chg="new del">
        <pc:chgData name="Sneha Sanap" userId="f03249d2c9435041" providerId="LiveId" clId="{F8CFD18F-C2E3-427A-BF93-EE20C6008C1F}" dt="2024-07-09T15:03:04.271" v="2215" actId="2696"/>
        <pc:sldMkLst>
          <pc:docMk/>
          <pc:sldMk cId="471787805" sldId="264"/>
        </pc:sldMkLst>
      </pc:sldChg>
      <pc:sldChg chg="modSp new del mod">
        <pc:chgData name="Sneha Sanap" userId="f03249d2c9435041" providerId="LiveId" clId="{F8CFD18F-C2E3-427A-BF93-EE20C6008C1F}" dt="2024-07-09T15:02:58.891" v="2214" actId="2696"/>
        <pc:sldMkLst>
          <pc:docMk/>
          <pc:sldMk cId="1408554924" sldId="265"/>
        </pc:sldMkLst>
        <pc:spChg chg="mod">
          <ac:chgData name="Sneha Sanap" userId="f03249d2c9435041" providerId="LiveId" clId="{F8CFD18F-C2E3-427A-BF93-EE20C6008C1F}" dt="2024-07-09T14:46:55.768" v="1175" actId="20577"/>
          <ac:spMkLst>
            <pc:docMk/>
            <pc:sldMk cId="1408554924" sldId="265"/>
            <ac:spMk id="2" creationId="{19043055-5CB0-2649-6526-C5A3B999F411}"/>
          </ac:spMkLst>
        </pc:spChg>
      </pc:sldChg>
      <pc:sldChg chg="modSp new mod">
        <pc:chgData name="Sneha Sanap" userId="f03249d2c9435041" providerId="LiveId" clId="{F8CFD18F-C2E3-427A-BF93-EE20C6008C1F}" dt="2024-07-09T15:02:50.588" v="2213" actId="14100"/>
        <pc:sldMkLst>
          <pc:docMk/>
          <pc:sldMk cId="582042441" sldId="266"/>
        </pc:sldMkLst>
        <pc:spChg chg="mod">
          <ac:chgData name="Sneha Sanap" userId="f03249d2c9435041" providerId="LiveId" clId="{F8CFD18F-C2E3-427A-BF93-EE20C6008C1F}" dt="2024-07-09T15:02:43.375" v="2211" actId="14100"/>
          <ac:spMkLst>
            <pc:docMk/>
            <pc:sldMk cId="582042441" sldId="266"/>
            <ac:spMk id="2" creationId="{5995030E-57FF-2BC6-7434-869E0D0C4304}"/>
          </ac:spMkLst>
        </pc:spChg>
        <pc:spChg chg="mod">
          <ac:chgData name="Sneha Sanap" userId="f03249d2c9435041" providerId="LiveId" clId="{F8CFD18F-C2E3-427A-BF93-EE20C6008C1F}" dt="2024-07-09T15:02:50.588" v="2213" actId="14100"/>
          <ac:spMkLst>
            <pc:docMk/>
            <pc:sldMk cId="582042441" sldId="266"/>
            <ac:spMk id="3" creationId="{E5568FDD-647A-B6CA-7840-08A44439408C}"/>
          </ac:spMkLst>
        </pc:spChg>
      </pc:sldChg>
      <pc:sldChg chg="addSp delSp modSp new mod">
        <pc:chgData name="Sneha Sanap" userId="f03249d2c9435041" providerId="LiveId" clId="{F8CFD18F-C2E3-427A-BF93-EE20C6008C1F}" dt="2024-07-09T17:23:53.626" v="2665" actId="21"/>
        <pc:sldMkLst>
          <pc:docMk/>
          <pc:sldMk cId="758130230" sldId="267"/>
        </pc:sldMkLst>
        <pc:spChg chg="mod">
          <ac:chgData name="Sneha Sanap" userId="f03249d2c9435041" providerId="LiveId" clId="{F8CFD18F-C2E3-427A-BF93-EE20C6008C1F}" dt="2024-07-09T16:51:46.962" v="2564" actId="14100"/>
          <ac:spMkLst>
            <pc:docMk/>
            <pc:sldMk cId="758130230" sldId="267"/>
            <ac:spMk id="2" creationId="{B93CE7D6-0AE8-EA25-0540-D44E17E44E34}"/>
          </ac:spMkLst>
        </pc:spChg>
        <pc:spChg chg="add mod">
          <ac:chgData name="Sneha Sanap" userId="f03249d2c9435041" providerId="LiveId" clId="{F8CFD18F-C2E3-427A-BF93-EE20C6008C1F}" dt="2024-07-09T16:51:34.186" v="2562" actId="14100"/>
          <ac:spMkLst>
            <pc:docMk/>
            <pc:sldMk cId="758130230" sldId="267"/>
            <ac:spMk id="4" creationId="{6625E721-172B-ACD1-205C-93384F7D2CF7}"/>
          </ac:spMkLst>
        </pc:spChg>
        <pc:picChg chg="add mod">
          <ac:chgData name="Sneha Sanap" userId="f03249d2c9435041" providerId="LiveId" clId="{F8CFD18F-C2E3-427A-BF93-EE20C6008C1F}" dt="2024-07-09T17:21:25.759" v="2663" actId="1076"/>
          <ac:picMkLst>
            <pc:docMk/>
            <pc:sldMk cId="758130230" sldId="267"/>
            <ac:picMk id="2050" creationId="{DFA77CF3-94D7-0FAA-52BF-A652CF0B2691}"/>
          </ac:picMkLst>
        </pc:picChg>
        <pc:picChg chg="add del">
          <ac:chgData name="Sneha Sanap" userId="f03249d2c9435041" providerId="LiveId" clId="{F8CFD18F-C2E3-427A-BF93-EE20C6008C1F}" dt="2024-07-09T17:23:53.626" v="2665" actId="21"/>
          <ac:picMkLst>
            <pc:docMk/>
            <pc:sldMk cId="758130230" sldId="267"/>
            <ac:picMk id="2052" creationId="{617F9FDC-AB2A-98E8-9224-5A34ADF0955C}"/>
          </ac:picMkLst>
        </pc:picChg>
      </pc:sldChg>
      <pc:sldChg chg="modSp new del mod">
        <pc:chgData name="Sneha Sanap" userId="f03249d2c9435041" providerId="LiveId" clId="{F8CFD18F-C2E3-427A-BF93-EE20C6008C1F}" dt="2024-07-09T16:49:27.903" v="2531" actId="2696"/>
        <pc:sldMkLst>
          <pc:docMk/>
          <pc:sldMk cId="1256859490" sldId="267"/>
        </pc:sldMkLst>
        <pc:spChg chg="mod">
          <ac:chgData name="Sneha Sanap" userId="f03249d2c9435041" providerId="LiveId" clId="{F8CFD18F-C2E3-427A-BF93-EE20C6008C1F}" dt="2024-07-09T15:04:48.981" v="2240" actId="27636"/>
          <ac:spMkLst>
            <pc:docMk/>
            <pc:sldMk cId="1256859490" sldId="267"/>
            <ac:spMk id="2" creationId="{EB077141-41CA-72FC-2F0E-58EFF20EDEE3}"/>
          </ac:spMkLst>
        </pc:spChg>
        <pc:spChg chg="mod">
          <ac:chgData name="Sneha Sanap" userId="f03249d2c9435041" providerId="LiveId" clId="{F8CFD18F-C2E3-427A-BF93-EE20C6008C1F}" dt="2024-07-09T16:49:14.131" v="2530" actId="404"/>
          <ac:spMkLst>
            <pc:docMk/>
            <pc:sldMk cId="1256859490" sldId="267"/>
            <ac:spMk id="3" creationId="{E24D41FC-DB10-9378-2606-D89C42212613}"/>
          </ac:spMkLst>
        </pc:spChg>
      </pc:sldChg>
      <pc:sldChg chg="addSp delSp modSp new mod modShow">
        <pc:chgData name="Sneha Sanap" userId="f03249d2c9435041" providerId="LiveId" clId="{F8CFD18F-C2E3-427A-BF93-EE20C6008C1F}" dt="2024-07-21T07:38:25.733" v="2728" actId="478"/>
        <pc:sldMkLst>
          <pc:docMk/>
          <pc:sldMk cId="234606467" sldId="268"/>
        </pc:sldMkLst>
        <pc:spChg chg="add del mod">
          <ac:chgData name="Sneha Sanap" userId="f03249d2c9435041" providerId="LiveId" clId="{F8CFD18F-C2E3-427A-BF93-EE20C6008C1F}" dt="2024-07-21T07:38:25.733" v="2728" actId="478"/>
          <ac:spMkLst>
            <pc:docMk/>
            <pc:sldMk cId="234606467" sldId="268"/>
            <ac:spMk id="2" creationId="{DCC4E4DA-0AC9-262B-E100-3E02199F5CFA}"/>
          </ac:spMkLst>
        </pc:spChg>
        <pc:spChg chg="add del mod">
          <ac:chgData name="Sneha Sanap" userId="f03249d2c9435041" providerId="LiveId" clId="{F8CFD18F-C2E3-427A-BF93-EE20C6008C1F}" dt="2024-07-09T17:24:56.935" v="2671" actId="21"/>
          <ac:spMkLst>
            <pc:docMk/>
            <pc:sldMk cId="234606467" sldId="268"/>
            <ac:spMk id="4" creationId="{4FF94E38-2129-A19E-4825-3C50240ACC2D}"/>
          </ac:spMkLst>
        </pc:spChg>
        <pc:spChg chg="add del mod">
          <ac:chgData name="Sneha Sanap" userId="f03249d2c9435041" providerId="LiveId" clId="{F8CFD18F-C2E3-427A-BF93-EE20C6008C1F}" dt="2024-07-09T17:10:13.037" v="2601" actId="478"/>
          <ac:spMkLst>
            <pc:docMk/>
            <pc:sldMk cId="234606467" sldId="268"/>
            <ac:spMk id="5" creationId="{A2630E3E-A6DD-E89D-17CA-38A961CEFB69}"/>
          </ac:spMkLst>
        </pc:spChg>
        <pc:spChg chg="add del mod">
          <ac:chgData name="Sneha Sanap" userId="f03249d2c9435041" providerId="LiveId" clId="{F8CFD18F-C2E3-427A-BF93-EE20C6008C1F}" dt="2024-07-09T17:26:28.036" v="2692" actId="478"/>
          <ac:spMkLst>
            <pc:docMk/>
            <pc:sldMk cId="234606467" sldId="268"/>
            <ac:spMk id="6" creationId="{23137AD4-99D4-1C55-F711-475CB624566B}"/>
          </ac:spMkLst>
        </pc:spChg>
        <pc:spChg chg="add del mod">
          <ac:chgData name="Sneha Sanap" userId="f03249d2c9435041" providerId="LiveId" clId="{F8CFD18F-C2E3-427A-BF93-EE20C6008C1F}" dt="2024-07-09T17:25:09.224" v="2676" actId="478"/>
          <ac:spMkLst>
            <pc:docMk/>
            <pc:sldMk cId="234606467" sldId="268"/>
            <ac:spMk id="7" creationId="{416AB088-AA42-6193-B94E-2AEF92687113}"/>
          </ac:spMkLst>
        </pc:spChg>
        <pc:spChg chg="add mod">
          <ac:chgData name="Sneha Sanap" userId="f03249d2c9435041" providerId="LiveId" clId="{F8CFD18F-C2E3-427A-BF93-EE20C6008C1F}" dt="2024-07-14T17:22:42.477" v="2723" actId="14100"/>
          <ac:spMkLst>
            <pc:docMk/>
            <pc:sldMk cId="234606467" sldId="268"/>
            <ac:spMk id="8" creationId="{0B77BEA5-E8AB-4439-2B1A-D00D3FD73602}"/>
          </ac:spMkLst>
        </pc:spChg>
        <pc:spChg chg="add del">
          <ac:chgData name="Sneha Sanap" userId="f03249d2c9435041" providerId="LiveId" clId="{F8CFD18F-C2E3-427A-BF93-EE20C6008C1F}" dt="2024-07-09T17:26:35.004" v="2694" actId="478"/>
          <ac:spMkLst>
            <pc:docMk/>
            <pc:sldMk cId="234606467" sldId="268"/>
            <ac:spMk id="9" creationId="{0EF5416E-D6EA-0C4A-374D-0B48E707851C}"/>
          </ac:spMkLst>
        </pc:spChg>
        <pc:spChg chg="add mod">
          <ac:chgData name="Sneha Sanap" userId="f03249d2c9435041" providerId="LiveId" clId="{F8CFD18F-C2E3-427A-BF93-EE20C6008C1F}" dt="2024-07-09T17:28:35.855" v="2710" actId="1076"/>
          <ac:spMkLst>
            <pc:docMk/>
            <pc:sldMk cId="234606467" sldId="268"/>
            <ac:spMk id="10" creationId="{AAD47182-CA1F-FE88-AE06-A4587934469D}"/>
          </ac:spMkLst>
        </pc:spChg>
        <pc:picChg chg="add del mod">
          <ac:chgData name="Sneha Sanap" userId="f03249d2c9435041" providerId="LiveId" clId="{F8CFD18F-C2E3-427A-BF93-EE20C6008C1F}" dt="2024-07-09T17:04:05.266" v="2570" actId="21"/>
          <ac:picMkLst>
            <pc:docMk/>
            <pc:sldMk cId="234606467" sldId="268"/>
            <ac:picMk id="3" creationId="{421164B5-7C0D-F742-A3FC-C746DF8118CE}"/>
          </ac:picMkLst>
        </pc:picChg>
        <pc:picChg chg="add del mod">
          <ac:chgData name="Sneha Sanap" userId="f03249d2c9435041" providerId="LiveId" clId="{F8CFD18F-C2E3-427A-BF93-EE20C6008C1F}" dt="2024-07-09T17:12:10.931" v="2629" actId="21"/>
          <ac:picMkLst>
            <pc:docMk/>
            <pc:sldMk cId="234606467" sldId="268"/>
            <ac:picMk id="1026" creationId="{20F69032-B905-2AF8-AFA7-F661A93AB7FB}"/>
          </ac:picMkLst>
        </pc:picChg>
      </pc:sldChg>
      <pc:sldChg chg="new del">
        <pc:chgData name="Sneha Sanap" userId="f03249d2c9435041" providerId="LiveId" clId="{F8CFD18F-C2E3-427A-BF93-EE20C6008C1F}" dt="2024-07-09T17:01:22.216" v="2567" actId="2696"/>
        <pc:sldMkLst>
          <pc:docMk/>
          <pc:sldMk cId="966858343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A01112-C48B-4A98-8905-A809C869C136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028AA-0B5C-4574-9F2C-97A360511D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498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028AA-0B5C-4574-9F2C-97A360511D5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776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CD913-AEBB-6BDA-87D0-283773441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845575"/>
            <a:ext cx="9637150" cy="2064774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WIRELESS TEMPERATURE AND HUMIDITY MONITORING SYSTEM USING BLUETOOTH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B9E79F-DF5F-AA6E-A9BB-7DDE409B6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7030" y="4935793"/>
            <a:ext cx="9961615" cy="2428568"/>
          </a:xfrm>
        </p:spPr>
        <p:txBody>
          <a:bodyPr>
            <a:normAutofit/>
          </a:bodyPr>
          <a:lstStyle/>
          <a:p>
            <a:r>
              <a:rPr lang="en-IN" sz="1400" dirty="0">
                <a:solidFill>
                  <a:schemeClr val="tx1"/>
                </a:solidFill>
                <a:latin typeface="Arial Black" panose="020B0A04020102020204" pitchFamily="34" charset="0"/>
              </a:rPr>
              <a:t>BY:</a:t>
            </a:r>
          </a:p>
          <a:p>
            <a:r>
              <a:rPr lang="en-IN" sz="1400" dirty="0">
                <a:solidFill>
                  <a:schemeClr val="tx1"/>
                </a:solidFill>
                <a:latin typeface="Arial Black" panose="020B0A04020102020204" pitchFamily="34" charset="0"/>
              </a:rPr>
              <a:t>Ms. Sneha Ramesh </a:t>
            </a:r>
            <a:r>
              <a:rPr lang="en-IN" sz="1400" dirty="0" err="1">
                <a:solidFill>
                  <a:schemeClr val="tx1"/>
                </a:solidFill>
                <a:latin typeface="Arial Black" panose="020B0A04020102020204" pitchFamily="34" charset="0"/>
              </a:rPr>
              <a:t>sanap</a:t>
            </a:r>
            <a:endParaRPr lang="en-IN" sz="1400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F2CB1B-7F56-ACA8-7FF2-66F3E04F72D8}"/>
              </a:ext>
            </a:extLst>
          </p:cNvPr>
          <p:cNvSpPr txBox="1"/>
          <p:nvPr/>
        </p:nvSpPr>
        <p:spPr>
          <a:xfrm>
            <a:off x="8740878" y="5242984"/>
            <a:ext cx="3185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Black" panose="020B0A04020102020204" pitchFamily="34" charset="0"/>
              </a:rPr>
              <a:t>Under the guidance of:</a:t>
            </a:r>
          </a:p>
          <a:p>
            <a:r>
              <a:rPr lang="en-IN" sz="1400" dirty="0">
                <a:latin typeface="Arial Black" panose="020B0A04020102020204" pitchFamily="34" charset="0"/>
              </a:rPr>
              <a:t>Ms. </a:t>
            </a:r>
            <a:r>
              <a:rPr lang="en-IN" sz="1400" dirty="0" err="1">
                <a:latin typeface="Arial Black" panose="020B0A04020102020204" pitchFamily="34" charset="0"/>
              </a:rPr>
              <a:t>Rutuja</a:t>
            </a:r>
            <a:r>
              <a:rPr lang="en-IN" sz="1400" dirty="0">
                <a:latin typeface="Arial Black" panose="020B0A04020102020204" pitchFamily="34" charset="0"/>
              </a:rPr>
              <a:t> </a:t>
            </a:r>
            <a:r>
              <a:rPr lang="en-IN" sz="1400" dirty="0" err="1">
                <a:latin typeface="Arial Black" panose="020B0A04020102020204" pitchFamily="34" charset="0"/>
              </a:rPr>
              <a:t>Karjekar</a:t>
            </a:r>
            <a:endParaRPr lang="en-IN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186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DB502-105C-69F5-ECA0-13A12F749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934064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of contents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E08A3EA-E3DA-48A9-B386-09C0F8F31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bg1"/>
                </a:solidFill>
              </a:rPr>
              <a:t>Introduction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bg1"/>
                </a:solidFill>
              </a:rPr>
              <a:t>Objective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bg1"/>
                </a:solidFill>
              </a:rPr>
              <a:t>Requirement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bg1"/>
                </a:solidFill>
              </a:rPr>
              <a:t>Circuit Diagram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bg1"/>
                </a:solidFill>
              </a:rPr>
              <a:t>Working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bg1"/>
                </a:solidFill>
              </a:rPr>
              <a:t>Application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600" dirty="0">
                <a:solidFill>
                  <a:schemeClr val="bg1"/>
                </a:solidFill>
              </a:rPr>
              <a:t>Reference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A90906F-25CC-19D0-92A6-33D1724769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275" y="592137"/>
            <a:ext cx="5637674" cy="5553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3072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441EC-6431-05D5-C6F0-B2F169FF7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ACADA0-3BEF-1EE3-F82F-2D1D3C08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6990737" cy="3864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Temperature and humidity monitoring system helps you to director problems at an early stage. it controls environment parameters in the of the settings are above or below the allowed range.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+mj-lt"/>
              </a:rPr>
              <a:t>To address these challenges, the integration of Bluetooth technology into humidity and temperature monitoring systems offers a promising solution. Temperature and humidity control systems by wireless Hc-05 Bluetooth Module.</a:t>
            </a:r>
            <a:endParaRPr lang="en-IN" sz="2000" b="1" dirty="0">
              <a:solidFill>
                <a:schemeClr val="bg1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2" name="Picture 4" descr="9,157 Room Temperature Sign Images, Stock Photos, 3D objects, &amp; Vectors |  Shutterstock">
            <a:extLst>
              <a:ext uri="{FF2B5EF4-FFF2-40B4-BE49-F238E27FC236}">
                <a16:creationId xmlns:a16="http://schemas.microsoft.com/office/drawing/2014/main" id="{3C1D21F8-3BFD-9854-4C44-CD02EE037E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1" b="25412"/>
          <a:stretch/>
        </p:blipFill>
        <p:spPr bwMode="auto">
          <a:xfrm>
            <a:off x="8609108" y="1262106"/>
            <a:ext cx="2526533" cy="26237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084788D-7347-16CC-EBC8-FE13B9DF7185}"/>
              </a:ext>
            </a:extLst>
          </p:cNvPr>
          <p:cNvSpPr txBox="1"/>
          <p:nvPr/>
        </p:nvSpPr>
        <p:spPr>
          <a:xfrm>
            <a:off x="9339856" y="2573990"/>
            <a:ext cx="532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cap="all" baseline="30000" dirty="0">
                <a:solidFill>
                  <a:schemeClr val="bg2"/>
                </a:solidFill>
              </a:rPr>
              <a:t>320C</a:t>
            </a:r>
          </a:p>
        </p:txBody>
      </p:sp>
    </p:spTree>
    <p:extLst>
      <p:ext uri="{BB962C8B-B14F-4D97-AF65-F5344CB8AC3E}">
        <p14:creationId xmlns:p14="http://schemas.microsoft.com/office/powerpoint/2010/main" val="1782625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29E0-9FE1-0FD6-9218-25F99FBF8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180785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2ACA1-5360-BB7D-03D7-8C61E9115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9467594" cy="3541714"/>
          </a:xfrm>
        </p:spPr>
        <p:txBody>
          <a:bodyPr/>
          <a:lstStyle/>
          <a:p>
            <a:r>
              <a:rPr lang="en-IN" sz="2000" b="1" dirty="0">
                <a:solidFill>
                  <a:schemeClr val="bg1"/>
                </a:solidFill>
              </a:rPr>
              <a:t>To design a temperature and humidity monitor in a personal room , storage room or a transport vehicle.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It will be controlled by a computerized program using a C or C++ code.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Transmitted data will be used to determine the temperature and humidity.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It will also be able send a wireless signal to a receiver device a pc a tablet or even a smartphone.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Provide an easy-to-use interface for users to view and </a:t>
            </a:r>
            <a:r>
              <a:rPr lang="en-IN" sz="2000" b="1" dirty="0" err="1">
                <a:solidFill>
                  <a:schemeClr val="bg1"/>
                </a:solidFill>
              </a:rPr>
              <a:t>anlyze</a:t>
            </a:r>
            <a:r>
              <a:rPr lang="en-IN" sz="2000" b="1" dirty="0">
                <a:solidFill>
                  <a:schemeClr val="bg1"/>
                </a:solidFill>
              </a:rPr>
              <a:t> the data, possible through a mobile app or software.</a:t>
            </a: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69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EA108-07D8-B9E0-8F5F-D9AFE8EE0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65472"/>
            <a:ext cx="9905998" cy="1101212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AF1DC-8568-34AD-9E2D-E02A3CE7A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1474839"/>
            <a:ext cx="4878389" cy="43163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Hardware requirement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Solder Breadboard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Arduino UNO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16x2 LCD Display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Hc-05 Bluetooth Module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100R Resistor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4.7k Resistor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1k Resistor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Male to male jumper wires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Battery 9v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DHT-11 Temperature &amp; Humidity sensor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DC533-21F5-C413-E066-FD972DB08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74839"/>
            <a:ext cx="4875211" cy="4316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Software requirement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Arduino IDE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Proteus 8 Professional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Programming language C/C++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Online </a:t>
            </a:r>
            <a:r>
              <a:rPr lang="en-IN" sz="1800" b="1" dirty="0" err="1">
                <a:solidFill>
                  <a:schemeClr val="bg1"/>
                </a:solidFill>
              </a:rPr>
              <a:t>mit</a:t>
            </a:r>
            <a:r>
              <a:rPr lang="en-IN" sz="1800" b="1" dirty="0">
                <a:solidFill>
                  <a:schemeClr val="bg1"/>
                </a:solidFill>
              </a:rPr>
              <a:t> app inventor</a:t>
            </a:r>
          </a:p>
        </p:txBody>
      </p:sp>
    </p:spTree>
    <p:extLst>
      <p:ext uri="{BB962C8B-B14F-4D97-AF65-F5344CB8AC3E}">
        <p14:creationId xmlns:p14="http://schemas.microsoft.com/office/powerpoint/2010/main" val="1205334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FD940-208D-8C46-B7BD-C7E4EAECF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121792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CIRCUIT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0D1CF2-8F73-70F4-9CA6-A0C3717DC9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070" t="43113" r="24723" b="18882"/>
          <a:stretch/>
        </p:blipFill>
        <p:spPr>
          <a:xfrm>
            <a:off x="2140082" y="1740310"/>
            <a:ext cx="8907329" cy="462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08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5030E-57FF-2BC6-7434-869E0D0C4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9"/>
            <a:ext cx="9905998" cy="984140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68FDD-647A-B6CA-7840-08A444394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99303"/>
            <a:ext cx="9905999" cy="4440178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N" sz="2000" dirty="0"/>
              <a:t>	</a:t>
            </a:r>
            <a:r>
              <a:rPr lang="en-IN" sz="8000" b="1" dirty="0">
                <a:solidFill>
                  <a:schemeClr val="bg1"/>
                </a:solidFill>
              </a:rPr>
              <a:t>Working of this project is based on single wire serial communication. First Arduino send a start to DHT module and then DHT gives a response signal to containing temperature and humidity data. Arduino collect and extract in two parts one is humidity and second is  temperature and then send them to 16x2 LCD.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8000" b="1" dirty="0">
                <a:solidFill>
                  <a:schemeClr val="bg1"/>
                </a:solidFill>
              </a:rPr>
              <a:t>	Here is this project we have used a sensor module namely DHT11. This module features A humidity and temperature complex with a calibrated digital signal output means DHT11 sensor module is a combined module for sensing humidity and temperature which gives a calibrated digital output signal. DHT11 gives us very precise value of humidity and temperature and ensure high reliability and long team stability.</a:t>
            </a:r>
          </a:p>
          <a:p>
            <a:pPr marL="0" indent="0">
              <a:buNone/>
            </a:pPr>
            <a:endParaRPr lang="en-IN" sz="5000" dirty="0"/>
          </a:p>
        </p:txBody>
      </p:sp>
    </p:spTree>
    <p:extLst>
      <p:ext uri="{BB962C8B-B14F-4D97-AF65-F5344CB8AC3E}">
        <p14:creationId xmlns:p14="http://schemas.microsoft.com/office/powerpoint/2010/main" val="582042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CE7D6-0AE8-EA25-0540-D44E17E44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67780"/>
            <a:ext cx="9905998" cy="1248015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application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25E721-172B-ACD1-205C-93384F7D2CF7}"/>
              </a:ext>
            </a:extLst>
          </p:cNvPr>
          <p:cNvSpPr txBox="1"/>
          <p:nvPr/>
        </p:nvSpPr>
        <p:spPr>
          <a:xfrm>
            <a:off x="1141414" y="2415796"/>
            <a:ext cx="8877658" cy="327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HVAC system monitoring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Environmental monitoring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Controlled ambient monitoring(for examples , server rooms)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Medical patient support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Hydroponics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Milk dairies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</a:rPr>
              <a:t>Restaurants</a:t>
            </a:r>
          </a:p>
        </p:txBody>
      </p:sp>
    </p:spTree>
    <p:extLst>
      <p:ext uri="{BB962C8B-B14F-4D97-AF65-F5344CB8AC3E}">
        <p14:creationId xmlns:p14="http://schemas.microsoft.com/office/powerpoint/2010/main" val="758130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0B77BEA5-E8AB-4439-2B1A-D00D3FD73602}"/>
              </a:ext>
            </a:extLst>
          </p:cNvPr>
          <p:cNvSpPr/>
          <p:nvPr/>
        </p:nvSpPr>
        <p:spPr>
          <a:xfrm>
            <a:off x="1823881" y="1113502"/>
            <a:ext cx="8146029" cy="4343401"/>
          </a:xfrm>
          <a:prstGeom prst="cloudCallou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7950" dist="12700" dir="5400000" algn="ctr">
              <a:srgbClr val="00000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D47182-CA1F-FE88-AE06-A4587934469D}"/>
              </a:ext>
            </a:extLst>
          </p:cNvPr>
          <p:cNvSpPr txBox="1"/>
          <p:nvPr/>
        </p:nvSpPr>
        <p:spPr>
          <a:xfrm>
            <a:off x="3716594" y="2340077"/>
            <a:ext cx="4758812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just"/>
            <a:r>
              <a:rPr lang="en-IN" sz="9600" b="1" dirty="0">
                <a:ln w="6600">
                  <a:solidFill>
                    <a:schemeClr val="bg2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dwardian Script ITC" panose="030303020407070D0804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46064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46DEA2E-0E51-45A0-A7F2-407A027F217A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307</TotalTime>
  <Words>394</Words>
  <Application>Microsoft Office PowerPoint</Application>
  <PresentationFormat>Widescreen</PresentationFormat>
  <Paragraphs>53</Paragraphs>
  <Slides>9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Algerian</vt:lpstr>
      <vt:lpstr>Arial</vt:lpstr>
      <vt:lpstr>Arial Black</vt:lpstr>
      <vt:lpstr>Calibri</vt:lpstr>
      <vt:lpstr>Edwardian Script ITC</vt:lpstr>
      <vt:lpstr>Tw Cen MT</vt:lpstr>
      <vt:lpstr>Wingdings</vt:lpstr>
      <vt:lpstr>Circuit</vt:lpstr>
      <vt:lpstr>WIRELESS TEMPERATURE AND HUMIDITY MONITORING SYSTEM USING BLUETOOTH</vt:lpstr>
      <vt:lpstr>Table of contents</vt:lpstr>
      <vt:lpstr>introduction</vt:lpstr>
      <vt:lpstr>Objective</vt:lpstr>
      <vt:lpstr>Requirement</vt:lpstr>
      <vt:lpstr>CIRCUIT DIAGRAM</vt:lpstr>
      <vt:lpstr>Working</vt:lpstr>
      <vt:lpstr>application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 Sanap</dc:creator>
  <cp:lastModifiedBy>Sneha Sanap</cp:lastModifiedBy>
  <cp:revision>1</cp:revision>
  <dcterms:created xsi:type="dcterms:W3CDTF">2024-07-07T15:24:24Z</dcterms:created>
  <dcterms:modified xsi:type="dcterms:W3CDTF">2024-09-23T18:39:55Z</dcterms:modified>
</cp:coreProperties>
</file>